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Spectral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ectral-regular.fntdata"/><Relationship Id="rId25" Type="http://schemas.openxmlformats.org/officeDocument/2006/relationships/slide" Target="slides/slide20.xml"/><Relationship Id="rId28" Type="http://schemas.openxmlformats.org/officeDocument/2006/relationships/font" Target="fonts/Spectral-italic.fntdata"/><Relationship Id="rId27" Type="http://schemas.openxmlformats.org/officeDocument/2006/relationships/font" Target="fonts/Spectra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8ba8cbfc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8ba8cbfc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ba8cbfc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ba8cbfc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ba8cbf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ba8cbf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8ba8cbfc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8ba8cbfc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8ba8cbfc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8ba8cbfc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8ba8cbfc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8ba8cbfc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ba8cbfc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ba8cbfc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8ba8cbfc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8ba8cbfc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ba8cbfc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ba8cbfc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ba8cbfc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ba8cbfc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ba8cbfc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8ba8cbfc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ba8cbfc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8ba8cbfc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ba8cbfc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ba8cbfc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ba8cbfc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8ba8cbfc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8ba8cbfc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8ba8cbfc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8ba8cbfc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8ba8cbfc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8ba8cbfc2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8ba8cbfc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8ba8cbfc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8ba8cbfc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ba8cbfc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ba8cbfc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ba8cbfc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ba8cbfc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62088" l="0" r="0" t="0"/>
          <a:stretch/>
        </p:blipFill>
        <p:spPr>
          <a:xfrm>
            <a:off x="0" y="-56275"/>
            <a:ext cx="9144000" cy="51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00" y="1143000"/>
            <a:ext cx="9156406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1</a:t>
            </a: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 TURAS</a:t>
            </a:r>
            <a:endParaRPr b="1" sz="60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282350" y="34372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</a:t>
            </a: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57100" y="1534450"/>
            <a:ext cx="86298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taisyklės:</a:t>
            </a:r>
            <a:b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Perskaitomas klausimas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Komanda paspaudžia skambutį ir laukia, kol bus pakviesta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Atsako į klausimą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Teisingas atsakymas = 1 taškas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6972189" y="257800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</a:t>
            </a: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518650" y="2240300"/>
            <a:ext cx="41067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Kiek yra 8 × 7?</a:t>
            </a:r>
            <a:endParaRPr sz="48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484400" y="2277125"/>
            <a:ext cx="61752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Koks Lietuvos miestas vadinamas laikinąja sostine?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735900" y="2289400"/>
            <a:ext cx="76722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Kas parašė „Metus“?</a:t>
            </a:r>
            <a:endParaRPr sz="48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3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735900" y="2289400"/>
            <a:ext cx="76722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Kaip buvo vadinama Lietuvos nacionalinė valiuta iki euro?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4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1619400" y="2277125"/>
            <a:ext cx="59052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Kiek savaičių yra šimte dienų (apytiksliai)?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5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735900" y="2277125"/>
            <a:ext cx="76722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Kokia vandens virimo temperatūra farenheito laipsniais?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6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1637850" y="2301675"/>
            <a:ext cx="58683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Ko negalima pamiršti einant į egzaminą?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7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670950" y="2313950"/>
            <a:ext cx="78021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Kuris mėnuo turi 28 dienas?</a:t>
            </a:r>
            <a:endParaRPr sz="48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8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670950" y="2313950"/>
            <a:ext cx="78021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Diskriminanto formulė?</a:t>
            </a:r>
            <a:endParaRPr sz="48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282350" y="931900"/>
            <a:ext cx="2420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9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1838550" y="2338500"/>
            <a:ext cx="54669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Kuri valstybė yra mažiausia pagal plotą?</a:t>
            </a:r>
            <a:endParaRPr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282350" y="931900"/>
            <a:ext cx="2725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10</a:t>
            </a:r>
            <a:r>
              <a:rPr i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klausimas</a:t>
            </a:r>
            <a:endParaRPr i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2 TURAS</a:t>
            </a:r>
            <a:endParaRPr b="1" sz="60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282350" y="34372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82350" y="1779975"/>
            <a:ext cx="86298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taisyklės:</a:t>
            </a:r>
            <a:b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Ekrane rodomi 6 klausimai, po 3 kiekvienai komandai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Žaidėjai tarpusavyje gali pasitarti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Už teisingą atsakymą – 2 taškai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6972189" y="257800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282350" y="20857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208675" y="1043425"/>
            <a:ext cx="44439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2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 komandos klausimai:</a:t>
            </a:r>
            <a:endParaRPr b="1" i="1" sz="22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1. </a:t>
            </a:r>
            <a:r>
              <a:rPr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Kuris gyvūnas gali miegoti stovėdamas ir bėgti greičiau nei žirgas?</a:t>
            </a:r>
            <a:endParaRPr sz="21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2. </a:t>
            </a:r>
            <a:r>
              <a:rPr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Kuriais metais Lietuva įstojo į ES?</a:t>
            </a:r>
            <a:endParaRPr sz="21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3. </a:t>
            </a:r>
            <a:r>
              <a:rPr lang="en-GB" sz="21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Sumažinus tam tikrą skaičių 20 %, gautas rezultatas yra 40. Koks buvo pradinis skaičius?</a:t>
            </a:r>
            <a:endParaRPr b="1" i="1" sz="21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4824325" y="1043475"/>
            <a:ext cx="41352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</a:t>
            </a:r>
            <a:r>
              <a:rPr b="1" i="1"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komandos klausimai:</a:t>
            </a:r>
            <a:endParaRPr b="1" i="1" sz="23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1. </a:t>
            </a:r>
            <a:r>
              <a:rPr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Kokia yra ilgiausia Lietuvos upė?</a:t>
            </a:r>
            <a:endParaRPr sz="23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2. </a:t>
            </a:r>
            <a:r>
              <a:rPr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Kam lygus logaritmas pagrindu 2 skaičiaus 32?</a:t>
            </a:r>
            <a:endParaRPr sz="23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3. </a:t>
            </a:r>
            <a:r>
              <a:rPr lang="en-GB" sz="23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Koks yra vienintelis pasaulio žinduolis, galintis skraidyti?</a:t>
            </a:r>
            <a:endParaRPr sz="23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3</a:t>
            </a: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 TURAS</a:t>
            </a:r>
            <a:endParaRPr b="1" sz="60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282350" y="343725"/>
            <a:ext cx="27867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3</a:t>
            </a:r>
            <a:r>
              <a:rPr b="1" lang="en-GB" sz="3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TURAS</a:t>
            </a:r>
            <a:endParaRPr b="1" sz="3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282350" y="1571275"/>
            <a:ext cx="86298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8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taisyklės:</a:t>
            </a:r>
            <a:b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</a:t>
            </a: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Abi komandos gauna tą patį klausimą.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Atsakymą reikia užrašyti ant lapelio.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Teisingas atsakymas - 5 taškai.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• Jei abi komandos atsako teisingai, laimi ta, kuri turi daugiau bendrų taškų.</a:t>
            </a:r>
            <a:endParaRPr sz="2600">
              <a:solidFill>
                <a:srgbClr val="FFFFFF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82" name="Google Shape;182;p30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6972189" y="257800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latin typeface="Spectral"/>
                <a:ea typeface="Spectral"/>
                <a:cs typeface="Spectral"/>
                <a:sym typeface="Spectral"/>
              </a:rPr>
              <a:t>3 TURAS</a:t>
            </a:r>
            <a:endParaRPr b="1" sz="60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88" name="Google Shape;188;p31"/>
          <p:cNvPicPr preferRelativeResize="0"/>
          <p:nvPr/>
        </p:nvPicPr>
        <p:blipFill rotWithShape="1">
          <a:blip r:embed="rId3">
            <a:alphaModFix/>
          </a:blip>
          <a:srcRect b="0" l="19456" r="18121" t="0"/>
          <a:stretch/>
        </p:blipFill>
        <p:spPr>
          <a:xfrm>
            <a:off x="7019564" y="73525"/>
            <a:ext cx="1939960" cy="9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00" y="1143000"/>
            <a:ext cx="9156406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